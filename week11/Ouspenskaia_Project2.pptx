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93"/>
    <p:restoredTop sz="94658"/>
  </p:normalViewPr>
  <p:slideViewPr>
    <p:cSldViewPr snapToGrid="0">
      <p:cViewPr varScale="1">
        <p:scale>
          <a:sx n="103" d="100"/>
          <a:sy n="103" d="100"/>
        </p:scale>
        <p:origin x="19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F3CA5D-12B9-0B42-9CCF-A572034C318A}" type="datetimeFigureOut">
              <a:rPr lang="en-US" smtClean="0"/>
              <a:t>4/29/26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734E83-B6B8-1948-9AFD-BA0D4F908E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996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physical characteristics of three penguin species from the Palmer Archipelago in Antarctica.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 of islands:  Torgersen, Biscoe, Dream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734E83-B6B8-1948-9AFD-BA0D4F908EA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0014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13011-616D-36AD-9F57-E34E0350CE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D8E4ED-D50B-DF2A-EEDD-BC45A67A5E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BF83D4-A378-E2FD-62F7-096414761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29D42-2BA8-3A4F-9787-EC9676DB1FCA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39F42-28CB-467E-4B1E-1CBBEB0FA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817C-1FA0-BE5F-5551-77D077345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C9C16-8CF5-FA48-AE02-D0B94836D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65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341C3-62F0-4EEC-2690-4DEB2AB11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9FCB1-44EC-3880-7E98-4C750382B7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A6728D-8995-E897-AF2F-181C81509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29D42-2BA8-3A4F-9787-EC9676DB1FCA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B35AAD-AA46-4BBB-4D28-3326AD6AC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CA73D-F776-AD07-C2FF-4184BD57F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C9C16-8CF5-FA48-AE02-D0B94836D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578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11C8D-9260-500A-2AAA-DC0B47B56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CDD97D-2EAB-4C5B-B4C1-EAE7B0B091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327594-EA38-C3B7-1F13-8BFE7499A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29D42-2BA8-3A4F-9787-EC9676DB1FCA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90A19B-F21E-6B2D-2859-9EB7B1557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6BC59-7157-A9AB-4878-73BEFCE1F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C9C16-8CF5-FA48-AE02-D0B94836D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27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E50CC-4B3D-F568-8A26-A7E038E80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4273D-569D-8570-F341-84B1BBB6CC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152429-517F-1161-A8B1-80464F50D8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DF228E-A622-3539-7B8C-B0EAA63EC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29D42-2BA8-3A4F-9787-EC9676DB1FCA}" type="datetimeFigureOut">
              <a:rPr lang="en-US" smtClean="0"/>
              <a:t>4/29/26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84F38A-87CC-CFC6-66FA-F549E31EF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4059BA-9263-40D7-E409-10B9C4FC1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C9C16-8CF5-FA48-AE02-D0B94836D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822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7D7A3-2FFB-D248-5CA5-539A6AB14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3A82C-C6B8-B8F1-C87C-C97CDBAF0E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DBFB20-61B4-C8B7-564F-555ECEAD60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829D9D-A5CB-8A34-047D-C775FC576B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F8D37D-9BB7-E9A5-1B03-D4192EF2E2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3BED3E-190A-93F1-50A7-5EEC98998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29D42-2BA8-3A4F-9787-EC9676DB1FCA}" type="datetimeFigureOut">
              <a:rPr lang="en-US" smtClean="0"/>
              <a:t>4/29/26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7E5A4E-65A8-5F20-7046-530F283F8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E9B4DB-C588-B32E-1F57-1D87A6314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C9C16-8CF5-FA48-AE02-D0B94836D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091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80C75-EB1B-D382-8FDE-F070813D0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78A9D2-13A3-38F7-0E4D-190079D4D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29D42-2BA8-3A4F-9787-EC9676DB1FCA}" type="datetimeFigureOut">
              <a:rPr lang="en-US" smtClean="0"/>
              <a:t>4/29/26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53C6A5-49A3-A36D-CB71-01EC65342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37BFD6-1D41-2A8F-5DDA-EFA21F705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C9C16-8CF5-FA48-AE02-D0B94836D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010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58EB80-40EB-06AC-0517-AECAD0C1E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29D42-2BA8-3A4F-9787-EC9676DB1FCA}" type="datetimeFigureOut">
              <a:rPr lang="en-US" smtClean="0"/>
              <a:t>4/29/26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580737-A148-73D9-29D0-DAE9FE2FF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2E73C7-661B-01DE-9E47-C95DACD00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C9C16-8CF5-FA48-AE02-D0B94836D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255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CD4C5-E2BE-6F6D-CCA5-5B69CA371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E5054-0F09-EDCC-C15E-A853C8A110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3C24E7-C8E9-A496-2A5F-DF763BF8BD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2D1CF8-BE59-5329-5EDE-6BFF39716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29D42-2BA8-3A4F-9787-EC9676DB1FCA}" type="datetimeFigureOut">
              <a:rPr lang="en-US" smtClean="0"/>
              <a:t>4/29/26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9911DB-354E-D9AC-CDAC-75B8BE0DF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14DBE6-6C82-010C-9D46-5EE61506A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C9C16-8CF5-FA48-AE02-D0B94836D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78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B688A-1093-D2A0-5776-579A68A4D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B1B627-54E1-EBD8-E947-C44E7AC0A3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8D1DE1-0472-2916-9A17-D02750395E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59B7A4-0C9F-1044-329E-E08623A66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29D42-2BA8-3A4F-9787-EC9676DB1FCA}" type="datetimeFigureOut">
              <a:rPr lang="en-US" smtClean="0"/>
              <a:t>4/29/26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9B906D-E2F6-9BD0-FCC1-6FDC264DD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FBEB0E-F324-8D19-3100-39594FEF0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C9C16-8CF5-FA48-AE02-D0B94836D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71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D04D2-3C99-5A32-AA93-8AA6649B6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92AFA8-1BCE-B948-85A6-C660E3F7CE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F0DF7D-0713-76DB-57D2-2D732463D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29D42-2BA8-3A4F-9787-EC9676DB1FCA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DD325-DEFC-01CE-8FB5-DAAD8B421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8739F-F6CD-646A-637B-B163AAC6B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C9C16-8CF5-FA48-AE02-D0B94836D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465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56BA95-DBC0-4787-FB26-E7396900E7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91F038-345D-33E5-3608-3808F7F831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90EA7-51AD-ADFE-3364-B938EC118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29D42-2BA8-3A4F-9787-EC9676DB1FCA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9960E8-6CFC-7E22-2080-B982942F8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DB40A-29CE-8D56-A019-097C69027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C9C16-8CF5-FA48-AE02-D0B94836D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184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9D104A-9231-E1F8-633F-193005213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84017-8225-2213-842E-79C42AEBAD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0B9B84-EEEF-4DFC-5BAA-9316FE0B3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329D42-2BA8-3A4F-9787-EC9676DB1FCA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D878D0-1B5B-A604-9B16-5B9E8E2A53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CFDB6C-4D72-3E42-664A-D8CA39ABE1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5C9C16-8CF5-FA48-AE02-D0B94836D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276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CFF5B-0066-0A0B-08F3-5E8254BA12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C14612-3946-CF00-5A0B-96AE52F80E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A41961-C5CB-5E20-BED2-44B1E5CA5E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874" y="1122363"/>
            <a:ext cx="7772400" cy="46310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E97E866-0EFF-A749-6F2C-627081BD8BF0}"/>
              </a:ext>
            </a:extLst>
          </p:cNvPr>
          <p:cNvSpPr txBox="1"/>
          <p:nvPr/>
        </p:nvSpPr>
        <p:spPr>
          <a:xfrm>
            <a:off x="4303528" y="5735637"/>
            <a:ext cx="60977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none" strike="noStrike" dirty="0">
                <a:solidFill>
                  <a:srgbClr val="393536"/>
                </a:solidFill>
                <a:effectLst/>
                <a:latin typeface="Jost"/>
              </a:rPr>
              <a:t>Artwork by </a:t>
            </a:r>
            <a:r>
              <a:rPr lang="en-US" b="0" i="0" dirty="0">
                <a:solidFill>
                  <a:srgbClr val="393536"/>
                </a:solidFill>
                <a:effectLst/>
                <a:latin typeface="Jost"/>
              </a:rPr>
              <a:t>@</a:t>
            </a:r>
            <a:r>
              <a:rPr lang="en-US" b="0" i="0" dirty="0" err="1">
                <a:solidFill>
                  <a:srgbClr val="393536"/>
                </a:solidFill>
                <a:effectLst/>
                <a:latin typeface="Jost"/>
              </a:rPr>
              <a:t>allison_horst</a:t>
            </a:r>
            <a:endParaRPr lang="en-US" b="0" i="0" dirty="0">
              <a:solidFill>
                <a:srgbClr val="393536"/>
              </a:solidFill>
              <a:effectLst/>
              <a:latin typeface="Jost"/>
            </a:endParaRPr>
          </a:p>
          <a:p>
            <a:r>
              <a:rPr lang="en-US" dirty="0"/>
              <a:t>https://</a:t>
            </a:r>
            <a:r>
              <a:rPr lang="en-US" dirty="0" err="1"/>
              <a:t>allisonhorst.com</a:t>
            </a:r>
            <a:r>
              <a:rPr lang="en-US" dirty="0"/>
              <a:t>/</a:t>
            </a:r>
            <a:r>
              <a:rPr lang="en-US" dirty="0" err="1"/>
              <a:t>allison</a:t>
            </a:r>
            <a:r>
              <a:rPr lang="en-US" dirty="0"/>
              <a:t>-horst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2DF61E-FCEC-5BA5-3736-918B0F4CC98B}"/>
              </a:ext>
            </a:extLst>
          </p:cNvPr>
          <p:cNvSpPr txBox="1"/>
          <p:nvPr/>
        </p:nvSpPr>
        <p:spPr>
          <a:xfrm>
            <a:off x="4303528" y="212651"/>
            <a:ext cx="4223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Palmer Penguins</a:t>
            </a:r>
          </a:p>
        </p:txBody>
      </p:sp>
    </p:spTree>
    <p:extLst>
      <p:ext uri="{BB962C8B-B14F-4D97-AF65-F5344CB8AC3E}">
        <p14:creationId xmlns:p14="http://schemas.microsoft.com/office/powerpoint/2010/main" val="311982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21F3F-11AF-49DC-63E2-2568DD0E9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68FF53C-0B45-BA86-CFFE-34D19E24E7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8013" y="365125"/>
            <a:ext cx="9837247" cy="43513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005A9FE-682F-5C67-5078-308B8E8E8501}"/>
              </a:ext>
            </a:extLst>
          </p:cNvPr>
          <p:cNvSpPr txBox="1"/>
          <p:nvPr/>
        </p:nvSpPr>
        <p:spPr>
          <a:xfrm>
            <a:off x="2548869" y="5326788"/>
            <a:ext cx="60977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none" strike="noStrike" dirty="0">
                <a:solidFill>
                  <a:srgbClr val="393536"/>
                </a:solidFill>
                <a:effectLst/>
                <a:latin typeface="Jost"/>
              </a:rPr>
              <a:t>Artwork by </a:t>
            </a:r>
            <a:r>
              <a:rPr lang="en-US" b="0" i="0" dirty="0">
                <a:solidFill>
                  <a:srgbClr val="393536"/>
                </a:solidFill>
                <a:effectLst/>
                <a:latin typeface="Jost"/>
              </a:rPr>
              <a:t>@</a:t>
            </a:r>
            <a:r>
              <a:rPr lang="en-US" b="0" i="0" dirty="0" err="1">
                <a:solidFill>
                  <a:srgbClr val="393536"/>
                </a:solidFill>
                <a:effectLst/>
                <a:latin typeface="Jost"/>
              </a:rPr>
              <a:t>allison_horst</a:t>
            </a:r>
            <a:endParaRPr lang="en-US" b="0" i="0" dirty="0">
              <a:solidFill>
                <a:srgbClr val="393536"/>
              </a:solidFill>
              <a:effectLst/>
              <a:latin typeface="Jost"/>
            </a:endParaRPr>
          </a:p>
          <a:p>
            <a:r>
              <a:rPr lang="en-US" dirty="0"/>
              <a:t>https://</a:t>
            </a:r>
            <a:r>
              <a:rPr lang="en-US" dirty="0" err="1"/>
              <a:t>allisonhorst.com</a:t>
            </a:r>
            <a:r>
              <a:rPr lang="en-US" dirty="0"/>
              <a:t>/</a:t>
            </a:r>
            <a:r>
              <a:rPr lang="en-US" dirty="0" err="1"/>
              <a:t>allison</a:t>
            </a:r>
            <a:r>
              <a:rPr lang="en-US" dirty="0"/>
              <a:t>-horst</a:t>
            </a:r>
          </a:p>
        </p:txBody>
      </p:sp>
    </p:spTree>
    <p:extLst>
      <p:ext uri="{BB962C8B-B14F-4D97-AF65-F5344CB8AC3E}">
        <p14:creationId xmlns:p14="http://schemas.microsoft.com/office/powerpoint/2010/main" val="1278619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BEADD-2CA4-EEB9-54D0-CD2920017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/>
              <a:t>Pairwise plots </a:t>
            </a:r>
            <a:br>
              <a:rPr lang="en-US" sz="2000" dirty="0"/>
            </a:br>
            <a:r>
              <a:rPr lang="en-US" sz="2000" dirty="0"/>
              <a:t>grouped by sex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B366897-3064-5A16-3141-CCF8E017C9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19632" y="365125"/>
            <a:ext cx="7092779" cy="6343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993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A1699-1467-B694-13A4-B0051758F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/>
              <a:t>Pairwise plots </a:t>
            </a:r>
            <a:br>
              <a:rPr lang="en-US" sz="2000" dirty="0"/>
            </a:br>
            <a:r>
              <a:rPr lang="en-US" sz="2000" dirty="0"/>
              <a:t>grouped by species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8BB0857-F0DA-7292-CD49-EDDB197F40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71020" y="143158"/>
            <a:ext cx="7285088" cy="6481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8449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2D673-447D-B79F-46FE-1F809A6FD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CC845-7034-43CC-8A9C-914150B30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For predicting body mass, the best model of those attempted is </a:t>
            </a:r>
          </a:p>
          <a:p>
            <a:pPr marL="0" indent="0">
              <a:buNone/>
            </a:pPr>
            <a:r>
              <a:rPr lang="en-US" dirty="0" err="1"/>
              <a:t>body_mass_g</a:t>
            </a:r>
            <a:r>
              <a:rPr lang="en-US" dirty="0"/>
              <a:t> ~ 2169.27 + 32.54(</a:t>
            </a:r>
            <a:r>
              <a:rPr lang="en-US" dirty="0" err="1"/>
              <a:t>bill_length_mm</a:t>
            </a:r>
            <a:r>
              <a:rPr lang="en-US" dirty="0"/>
              <a:t>) - 298.77(chinstrap) + 1094.87(gentoo) + 547.37(male) </a:t>
            </a:r>
          </a:p>
          <a:p>
            <a:pPr marL="0" indent="0">
              <a:buNone/>
            </a:pPr>
            <a:r>
              <a:rPr lang="en-US" sz="2400" dirty="0"/>
              <a:t>Where 1 indicates True for categorical variables chinstrap, gentoo, and male, and 0 indicates False. 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sz="2400" dirty="0"/>
              <a:t>This model has the lowest p-values across variables, the highest R^2, and the lowest MSE.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018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A6AF4-D4ED-CD08-857A-97508DAF6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FFEB3-37D5-4C2B-FDA9-7AEA5BB27C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528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1370</TotalTime>
  <Words>148</Words>
  <Application>Microsoft Macintosh PowerPoint</Application>
  <PresentationFormat>Widescreen</PresentationFormat>
  <Paragraphs>15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Jost</vt:lpstr>
      <vt:lpstr>Office Theme</vt:lpstr>
      <vt:lpstr>PowerPoint Presentation</vt:lpstr>
      <vt:lpstr>PowerPoint Presentation</vt:lpstr>
      <vt:lpstr>Pairwise plots  grouped by sex </vt:lpstr>
      <vt:lpstr>Pairwise plots  grouped by species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Ouspenskaia, Alissa I</dc:creator>
  <cp:lastModifiedBy>Ouspenskaia, Alissa I</cp:lastModifiedBy>
  <cp:revision>5</cp:revision>
  <dcterms:created xsi:type="dcterms:W3CDTF">2026-04-29T21:55:23Z</dcterms:created>
  <dcterms:modified xsi:type="dcterms:W3CDTF">2026-04-30T20:45:33Z</dcterms:modified>
</cp:coreProperties>
</file>